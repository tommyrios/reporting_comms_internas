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Lato"/>
      <p:regular r:id="rId7"/>
      <p:bold r:id="rId8"/>
      <p:italic r:id="rId9"/>
      <p:boldItalic r:id="rId10"/>
    </p:embeddedFont>
    <p:embeddedFont>
      <p:font typeface="Source Serif 4 Black"/>
      <p:bold r:id="rId11"/>
      <p:boldItalic r:id="rId12"/>
    </p:embeddedFont>
    <p:embeddedFont>
      <p:font typeface="Source Serif 4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erif4Black-bold.fntdata"/><Relationship Id="rId10" Type="http://schemas.openxmlformats.org/officeDocument/2006/relationships/font" Target="fonts/Lato-boldItalic.fntdata"/><Relationship Id="rId13" Type="http://schemas.openxmlformats.org/officeDocument/2006/relationships/font" Target="fonts/SourceSerif4-regular.fntdata"/><Relationship Id="rId12" Type="http://schemas.openxmlformats.org/officeDocument/2006/relationships/font" Target="fonts/SourceSerif4Bla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italic.fntdata"/><Relationship Id="rId15" Type="http://schemas.openxmlformats.org/officeDocument/2006/relationships/font" Target="fonts/SourceSerif4-italic.fntdata"/><Relationship Id="rId14" Type="http://schemas.openxmlformats.org/officeDocument/2006/relationships/font" Target="fonts/SourceSerif4-bold.fntdata"/><Relationship Id="rId16" Type="http://schemas.openxmlformats.org/officeDocument/2006/relationships/font" Target="fonts/SourceSerif4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:notes"/>
          <p:cNvSpPr/>
          <p:nvPr>
            <p:ph idx="2" type="sldImg"/>
          </p:nvPr>
        </p:nvSpPr>
        <p:spPr>
          <a:xfrm>
            <a:off x="1143297" y="68578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5:notes"/>
          <p:cNvSpPr txBox="1"/>
          <p:nvPr>
            <p:ph idx="1" type="body"/>
          </p:nvPr>
        </p:nvSpPr>
        <p:spPr>
          <a:xfrm>
            <a:off x="685797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mosca">
  <p:cSld name="CUSTOM_2_2_1">
    <p:bg>
      <p:bgPr>
        <a:solidFill>
          <a:srgbClr val="F7F8F8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">
  <p:cSld name="Título y objetos_1_1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i="0" sz="67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5" y="3112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b="0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con Foto">
  <p:cSld name="Título y objetos_1_1_2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5" y="3112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22" name="Google Shape;22;p5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Sand">
  <p:cSld name="Título y objetos_1_1_1">
    <p:bg>
      <p:bgPr>
        <a:solidFill>
          <a:schemeClr val="lt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4" y="312357"/>
            <a:ext cx="722575" cy="21768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i="0" sz="72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b="0" i="0" sz="7200" u="none" cap="none" strike="noStrike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">
  <p:cSld name="Título y objetos_1_1_3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i="0" sz="72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875" y="3112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b="0" i="0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1">
  <p:cSld name="1_Diapositiva de título">
    <p:bg>
      <p:bgPr>
        <a:solidFill>
          <a:schemeClr val="accen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6725" y="3613892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bento">
  <p:cSld name="1_Diapositiva de título_1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type="title"/>
          </p:nvPr>
        </p:nvSpPr>
        <p:spPr>
          <a:xfrm>
            <a:off x="296725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foto">
  <p:cSld name="1_Diapositiva de título_1_1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296725" y="783555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i="0" sz="5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36115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3" name="Google Shape;43;p10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sin mosca">
  <p:cSld name="CUSTOM_2_2_1_1_1">
    <p:bg>
      <p:bgPr>
        <a:solidFill>
          <a:srgbClr val="F7F8F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" name="Google Shape;46;p11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sin mosca">
  <p:cSld name="CUSTOM_2_2_1_2">
    <p:bg>
      <p:bgPr>
        <a:solidFill>
          <a:srgbClr val="F7F8F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0" name="Google Shape;50;p1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con mosca">
  <p:cSld name="CUSTOM_2_2_1_1">
    <p:bg>
      <p:bgPr>
        <a:solidFill>
          <a:srgbClr val="F7F8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b="0" i="0" lang="es" sz="800" u="none" cap="none" strike="noStrike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330477" y="2418375"/>
            <a:ext cx="105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FECHA</a:t>
            </a:r>
            <a:endParaRPr b="0" i="0" sz="1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" name="Google Shape;61;p15"/>
          <p:cNvCxnSpPr/>
          <p:nvPr/>
        </p:nvCxnSpPr>
        <p:spPr>
          <a:xfrm>
            <a:off x="339750" y="2956800"/>
            <a:ext cx="8463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/>
              <a:t>Comunicaciones Internas</a:t>
            </a:r>
            <a:endParaRPr/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s"/>
              <a:t>Informe gestión Interna</a:t>
            </a:r>
            <a:endParaRPr/>
          </a:p>
        </p:txBody>
      </p:sp>
      <p:pic>
        <p:nvPicPr>
          <p:cNvPr id="64" name="Google Shape;64;p15" title="graphic-glass.png"/>
          <p:cNvPicPr preferRelativeResize="0"/>
          <p:nvPr/>
        </p:nvPicPr>
        <p:blipFill rotWithShape="1">
          <a:blip r:embed="rId3">
            <a:alphaModFix/>
          </a:blip>
          <a:srcRect b="9549" l="10790" r="8139" t="4886"/>
          <a:stretch/>
        </p:blipFill>
        <p:spPr>
          <a:xfrm>
            <a:off x="6425325" y="288298"/>
            <a:ext cx="2329051" cy="245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438" y="2216625"/>
            <a:ext cx="1285125" cy="38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60E46"/>
      </a:dk2>
      <a:lt2>
        <a:srgbClr val="F7F8F8"/>
      </a:lt2>
      <a:accent1>
        <a:srgbClr val="85C8FF"/>
      </a:accent1>
      <a:accent2>
        <a:srgbClr val="212121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